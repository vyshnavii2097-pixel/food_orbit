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8.xml"/><Relationship Id="rId3" Type="http://schemas.openxmlformats.org/officeDocument/2006/relationships/image" Target="../media/image2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3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4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5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6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image" Target="../media/image7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6-10-10 1335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"/>
            <a:ext cx="12192000" cy="68345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6-10-10 1336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"/>
            <a:ext cx="12192000" cy="68351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2026-10-10 133628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136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2026-10-10 133636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635"/>
            <a:ext cx="1219263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2026-10-10 133644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0"/>
            <a:ext cx="12190730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2026-10-10 133651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000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2026-10-10 133659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0"/>
            <a:ext cx="1219136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muralimohanrao</dc:creator>
  <cp:lastModifiedBy>muralimohanrao</cp:lastModifiedBy>
  <cp:revision>1</cp:revision>
  <dcterms:created xsi:type="dcterms:W3CDTF">2026-10-10T08:13:50Z</dcterms:created>
  <dcterms:modified xsi:type="dcterms:W3CDTF">2026-10-10T08:13:50Z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DECCFB0E9F52471C8198D82A099AC67E_11</vt:lpwstr>
  </property>
</Properties>
</file>